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40312" y="0"/>
            <a:ext cx="548640" cy="6858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D700"/>
                </a:solidFill>
              </a:rPr>
              <a:t>FANZONE LISBOA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F5F5"/>
                </a:solidFill>
              </a:rPr>
              <a:t>O Maior Evento Público do Mundial em Portugal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CA3AF"/>
                </a:solidFill>
              </a:rPr>
              <a:t>Proposta de Parceria · Junho–Julho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700"/>
                </a:solidFill>
              </a:rPr>
              <a:t>fanzonelisboa.pt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2/14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O Mundial de 2026 é o maior da história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84832"/>
            <a:ext cx="4572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🏆  48 seleções  |  104 jogos  |  3 países anfitriões (EUA, Canadá, México)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4572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🇵🇹  Portugal qualificado — jogos transmitidos em direto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18688"/>
            <a:ext cx="4572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📺  Audiência global estimada: 5 mil milhões de espectadores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85616"/>
            <a:ext cx="4572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🏙️  Lisboa posiciona-se como capital do futebol europeu neste verão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52544"/>
            <a:ext cx="4572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🧑‍🤝‍🧑  Geração de comunidade, emoção partilhada e consumo ao vivo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3/14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O EVENTO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5F5"/>
                </a:solidFill>
              </a:rPr>
              <a:t>Fanzone Lisboa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29184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5F5"/>
                </a:solidFill>
              </a:rP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LOCALIZAÇÃO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Lisboa, Portugal
(centro da cidade)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920240"/>
            <a:ext cx="329184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5F5"/>
                </a:solidFill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651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DATAS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063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Junho – Julho 2026
Durante todo o torneio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920240"/>
            <a:ext cx="329184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8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5F5"/>
                </a:solidFill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8" y="2651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CAPACIDADE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3063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500–1.000 pessoas
por jogo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CA3AF"/>
                </a:solidFill>
              </a:rPr>
              <a:t>Transmissão em ecrãs gigantes · Ambiente de festival · Entrada gratuita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4/14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A AUDIÊNCIA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</a:rPr>
              <a:t>Quem vai estar na Fanzone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5176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700"/>
                </a:solidFill>
              </a:rPr>
              <a:t>15.000–20.000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visitantes únicos
est. ao longo do torneio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920240"/>
            <a:ext cx="265176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057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700"/>
                </a:solidFill>
              </a:rP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idades 18–45 anos
público jovem e ativo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265176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700"/>
                </a:solidFill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turistas estrangeiros
em Lisboa no período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920240"/>
            <a:ext cx="265176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057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700"/>
                </a:solidFill>
              </a:rPr>
              <a:t>60%+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presença nas redes sociais
público digital-first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F5F5"/>
                </a:solidFill>
              </a:rPr>
              <a:t>Perfil: adeptos de futebol, famílias, grupos de amigos, turistas — consumidores ativos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5/14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PRESENÇA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fanzonelisboa.pt — o hub digital do evento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🌐  Website oficial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Calendário de jogos, reservas, informações — disponível em PT e 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4572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📱  Mobile-first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74320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Optimizado para smartphone: a maioria do tráfego vem de mobile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4572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📊  Métricas estimadas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5661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5.000+ visitas/mês em pico · 500+ reservas esperadas por jogo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4572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🔗  SEO &amp; redes sociais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38912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Presença orgânica no Google + perfis activos em Instagram/TikTok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57800"/>
            <a:ext cx="4572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21208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🏷️  Secção de Patrocinadores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21208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Logo e link da sua marca visível em todas as páginas do 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6/14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PORQUE LISBOA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</a:rPr>
              <a:t>A cidade certa, no momento certo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🏆  Capital europeia do futebol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93392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Com Portugal no Mundial, Lisboa será o epicentro da celebração europeia durante 6 semanas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449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✈️  Turismo recorde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44952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Lisboa recebe 10M+ turistas por ano — o verão de 2026 promete números históricos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📡  Cobertura mediática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96512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Media nacional e internacional em Lisboa durante o torneio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105156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💰  Poder de compra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148072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Perfil de consumidor jovem, urbano e com hábitos de consumo elevados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7/14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A VOSSA MARCA NA FANZONE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</a:rPr>
              <a:t>Visibilidade onde importa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🖥️ 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2024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Logo + link na secção de patrocinadores · visível em todas as páginas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457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📸  Redes Sociais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8892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Menções em posts e stories · conteúdo co-branded em jogos Portugal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03320"/>
            <a:ext cx="457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📣  Comunicações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65760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Logo em newsletters e comunicados de imprensa do evento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457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🎯  Público qualificado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52628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Alcance direto a consumidores no contexto emocional mais poderoso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577840"/>
            <a:ext cx="10515600" cy="822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💡  O patrocinador associa-se à emoção do Mundial — o evento mais visto do planeta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8/14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VISIBILIDADE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Alcance orgânico estimado: 50.000+ pessoas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📸 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Posts de jogos, stories ao vivo, reels do evento
Menção à marca nos posts patrocinados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338328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2194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🎵 TikTok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7432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Conteúdo viral de momentos do evento
Tags e menções da marca parceira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2011680"/>
            <a:ext cx="338328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8" y="2194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👥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8" y="27432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Eventos públicos, transmissões ao vivo
Alcance geográfico Lisboa + região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CA3AF"/>
                </a:solidFill>
              </a:rPr>
              <a:t>Estratégia: conteúdo antes, durante e após cada jogo · pico de engagement nos jogos de Portugal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9/14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PACOTES DE PATROCÍNIO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Escolha o nível de visibilidade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4747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🥇 OURO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Patrocinador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€5.000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ver detalhes no slide seguinte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474720" cy="7315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CA3AF"/>
                </a:solidFill>
              </a:rPr>
              <a:t>🥈 PRATA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Parceiro Oficial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€2.500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ver detalhes no slide seguinte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474720" cy="73152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965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D7F32"/>
                </a:solidFill>
              </a:rPr>
              <a:t>🥉 BRONZE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Parceiro de Apoio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63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€1.000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D7F32"/>
                </a:solidFill>
              </a:rPr>
              <a:t>ver detalhes no slide seguinte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CA3AF"/>
                </a:solidFill>
              </a:rPr>
              <a:t>* Valores indicativos · Pacotes personalizados disponíveis sob consulta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10/14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O QUE ESTÁ INCLUÍDO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Comparação de benefícios por pacote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754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Benefício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019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🥇 Ouro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🥈 Prata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9019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🥉 Bronze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04288"/>
            <a:ext cx="11247120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Logo no website (todas as páginas)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77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Grande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77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Médio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377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Pequeno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79776"/>
            <a:ext cx="1124712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52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Menções em redes sociais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852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52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852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55264"/>
            <a:ext cx="11247120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284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Post dedicado à marca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2841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32841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❌ Não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2841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❌ Não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30752"/>
            <a:ext cx="1124712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039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Logo em newsletters do evento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8039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Sim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8039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8039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❌ Não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06240"/>
            <a:ext cx="11247120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79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Título de patrocinador principal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2793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2793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❌ Não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2793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❌ Não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81728"/>
            <a:ext cx="1124712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Conteúdo co-branded nos jogos 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754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Todos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754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2 jogos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754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❌ Não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57216"/>
            <a:ext cx="11247120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2303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Menção em comunicados de imprensa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230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Sim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230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✅ Sim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230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❌ Não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11/14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REFERÊNCIAS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Fanzones que funcionam — e as marcas que ganham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UEFA Euro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Berlim, Alemanha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Fanzone oficial com 70.000 pessoas/dia
Patrocinadores: Adidas, Coca-Cola, Lidl
ROI: cobertura em 180 países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56616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Fanzone Lisboa Euro 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Lisboa,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15.000 adeptos em noites de jogos de Portugal
Marcas locais duplicaram vendas no período
Viral nas redes sociais portuguesas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56616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FIFA World Cup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Zonas de fan em todo o mundo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Marcas de bebidas reportaram +40% de vendas
Associação à emoção do Mundial = recall de marca elevado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12/14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QUEM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A equipa por trás da Fanzone Lisboa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Somos um grupo de apaixonados por futebol e eventos em Lisboa, com experiência em organização de eventos desportivos públicos e presença digital.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329184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2918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Organização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Experiência em eventos
desportivos públicos
em Lisboa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926080"/>
            <a:ext cx="329184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926080"/>
            <a:ext cx="32918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Digital &amp;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5661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Website, redes sociais,
stratégia de conteúdo
e comunicação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2926080"/>
            <a:ext cx="329184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2926080"/>
            <a:ext cx="32918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8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Operações &amp;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35661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Logística, equipamento
audiovisual, segurança
e catering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D700"/>
                </a:solidFill>
              </a:rPr>
              <a:t>Abertos a apresentar a equipa pessoalmente em reunião — disponíveis em Lisboa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13/14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</a:rPr>
              <a:t>Timeline de parceria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59"/>
            <a:ext cx="73152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Maio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</a:rPr>
              <a:t>Fecho de parcerias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Prazo para confirmar patrocínios e integrar logos em todos os materiais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199"/>
            <a:ext cx="73152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5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Junho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</a:rPr>
              <a:t>Início da visibilidade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5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Website live, redes sociais activas, primeira campanha de comunicação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20439"/>
            <a:ext cx="73152" cy="50292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2899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00"/>
                </a:solidFill>
              </a:rPr>
              <a:t>11 Jun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42899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</a:rPr>
              <a:t>Arranque do Mundial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2899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Primeiro jogo transmitido na Fanzone — cobertura mediática máxima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79"/>
            <a:ext cx="73152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</a:rPr>
              <a:t>Jun–Jul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2062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</a:rPr>
              <a:t>Período de patrocínio activo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3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Visibilidade contínua durante todos os jogos transmitidos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19"/>
            <a:ext cx="73152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7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Após torneio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9834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</a:rPr>
              <a:t>Relatório de impacto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7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Métricas de alcance, fotos e relatório enviado a todos os patrocinadores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989320"/>
            <a:ext cx="1051560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</a:rPr>
              <a:t>⚠️  Vagas limitadas — os patrocinadores Ouro são exclusivos (máx. 1 por categoria de produto)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40312" y="0"/>
            <a:ext cx="548640" cy="6858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700"/>
                </a:solidFill>
              </a:rPr>
              <a:t>VAMOS CONSTRUIR ISTO JUNTOS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F5F5"/>
                </a:solidFill>
              </a:rPr>
              <a:t>Junte a sua marca à maior celebração de futebol em Lisboa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📧  geral@fanzonelisboa.pt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94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🌐  fanzonelisboa.pt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891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📱  Instagram: @fanzonelisboa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5120640"/>
            <a:ext cx="5486400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5166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F5F5"/>
                </a:solidFill>
              </a:rPr>
              <a:t>MARCAR REUNIÃO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80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CA3AF"/>
                </a:solidFill>
              </a:rPr>
              <a:t>Disponíveis para reunião presencial em Lisboa ou videochamada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